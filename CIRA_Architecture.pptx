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65836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SYSTEM DESIGN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1F5F9"/>
                </a:solidFill>
              </a:rPr>
              <a:t>CIRA Health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0B981"/>
                </a:solidFill>
              </a:rPr>
              <a:t>Wellness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full-stack AI-powered health assistant built on Gemini LLMs,
BM25 Retrieval-Augmented Generation, and a SQLite persistence layer
— deployed across Netlify and Render.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074920"/>
            <a:ext cx="1014983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5074920"/>
            <a:ext cx="9235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React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1" y="5074920"/>
            <a:ext cx="1796795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19" y="5074920"/>
            <a:ext cx="17053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Node.js / Express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8514" y="5074920"/>
            <a:ext cx="1796795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8242" y="5074920"/>
            <a:ext cx="17053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Google Gemini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7" y="5074920"/>
            <a:ext cx="1449324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5" y="5074920"/>
            <a:ext cx="13578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SQLite + BM25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94089" y="5074920"/>
            <a:ext cx="1536192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3817" y="5074920"/>
            <a:ext cx="1444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ElevenLabs TTS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0009" y="5074920"/>
            <a:ext cx="1014983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9737" y="5074920"/>
            <a:ext cx="9235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JWT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64720" y="5074920"/>
            <a:ext cx="1709928" cy="301752"/>
          </a:xfrm>
          <a:prstGeom prst="rect">
            <a:avLst/>
          </a:prstGeom>
          <a:solidFill>
            <a:srgbClr val="1A1E28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74448" y="5074920"/>
            <a:ext cx="16184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Netlify + 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Three-tier architecture: React SPA frontend · Express REST API backend · Hybrid SQLite + in-memory RAG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49039" cy="484632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FRONTEND — Netlify CDN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React 18 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3230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React Router v7, Context API for auth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971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Chat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0954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Streaming UI, Markdown rendering, suggestion chips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490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Admin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8678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Dashboard, KB management, user controls,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52628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TTS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6402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ElevenLabs audio via /api/tts, Web Audio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30352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Profile &amp;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54126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 health profile, AI-extracted memory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1" y="1691640"/>
            <a:ext cx="3749039" cy="484632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3" y="182880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BACKEND — Render (Node 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219456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Express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243230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20+ endpoints, JWT middleware, role-based guards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2971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Chat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3" y="320954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Gemini multi-turn chat, system prompt, style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37490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RAG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398678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BM25 tokenisation, chunk search, context assembly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52628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Document 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3" y="476402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PDF parsing, text chunking, BM25 index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530352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Memory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3" y="554126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Gemini analyses history, saves user facts to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2" y="1691640"/>
            <a:ext cx="3749039" cy="484632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4" y="182880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EXTERNAL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4" y="219456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Google Gemini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4" y="243230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Gemini 3.x / 2.x / Gemma 4 — chat &amp; title 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4" y="297180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ElevenLabs TTS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4" y="320954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Voice synthesis, Turbo v2.5, per-message audio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4" y="374904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Google Fit OAuth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4" y="398678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Fitness snapshot (steps, HR, weight) via OAuth2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4" y="452628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Google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4" y="476402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Live web grounding — optional, weight-controlled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4" y="5303520"/>
            <a:ext cx="3520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● Netlify CDN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4" y="5541264"/>
            <a:ext cx="342899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Global static hosting with /api/* proxy to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RAG Pipeline — Knowledge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BM25-based retrieval augments every Gemini response with relevant excerpts from the admin-curated knowledge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194560" cy="19202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1.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Admin uploads PDF/TXT. pdf-parse extracts raw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24231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691640"/>
            <a:ext cx="2194560" cy="19202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2.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Split into overlapping ~800-token chunks preserving sentence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4231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691640"/>
            <a:ext cx="2194560" cy="19202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3. Tokenise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Each chunk tokenised into word arrays, stored as JSON in SQLite.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4231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691640"/>
            <a:ext cx="2194560" cy="19202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4. 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User query tokenised. BM25 scores all chunks; top-K returned.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1691640"/>
            <a:ext cx="2194560" cy="19202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5. Inject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Top chunks prepended to system prompt. Gemini responds grounded.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94760"/>
            <a:ext cx="5577840" cy="265176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Retrieval Controls (Admin-tunable)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23367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ragTopK — number of chunks to retrieve (default 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66344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ragMinScore — BM25 minimum relevance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0932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ragWeight — blend KB vs. AI own knowledge (0–100)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522976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webSearchWeight — live Google Search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595274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Strict KB-only mode refuses off-topic questions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3794760"/>
            <a:ext cx="5577840" cy="265176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Profile Context Bypass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23367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Users with health profiles always get a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466344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Profile data injected even when KB has no hits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0932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AI memories extracted from past conversations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5522976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Google Fit snapshot (steps, HR, weight) injected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7064" y="595274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 Personalised answers without KB dependency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Data Layer — SQLite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 single SQLite database (WAL mode) persists all state — users, conversations, KB documents, settings, and AI memories.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73736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👤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(TEXT 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3393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email (UNIQUE)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2811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name,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2228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password_hash (bcrypt)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1646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login_count, last_login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1" y="1691640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1" y="1691640"/>
            <a:ext cx="3749039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73736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💬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093976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(TEXT 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555748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user_id (FK → users)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3017520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title (auto-generated)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479292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created_at, updated_at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7302" y="1691640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2" y="1691640"/>
            <a:ext cx="3749039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0" y="173736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📝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2" y="2093976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(TEXT PK)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2" y="2463393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conversation_id (FK)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2" y="2832811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role: user |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2" y="3202228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text (TEXT)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2" y="3571646"/>
            <a:ext cx="3566159" cy="36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refs (JSON sources)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05656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105656"/>
            <a:ext cx="3749039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15137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📚 kb_documents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07992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 (TEXT 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69764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name (filename)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31536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chunk_count (INTEGER)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93308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added_at (epoch ms)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1" y="4105656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33671" y="4105656"/>
            <a:ext cx="3749039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399" y="415137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🔤 kb_chunks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1" y="4507992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doc_id (FK → kb_docs)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969764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doc_name (TEXT)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5431536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text (raw chunk)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5893308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embedding (JSON tokens[])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7302" y="4105656"/>
            <a:ext cx="3749039" cy="228600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2" y="4105656"/>
            <a:ext cx="3749039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0" y="4151376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⚙️ settings+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2" y="4507992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settings (key, value)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4462" y="4969764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user_profiles (health)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4462" y="5431536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user_memories (AI facts)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2" y="5893308"/>
            <a:ext cx="3566159" cy="46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fitness_snapshots (Fit)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0D1F18"/>
          </a:solidFill>
          <a:ln w="9525">
            <a:solidFill>
              <a:srgbClr val="104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971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Persistence on Render:  SQLite stored on a 1 GB persistent disk at /opt/render/project/src/backend/data — survives restarts &amp; redeploys. KB chunks loaded into memory on startup for fast BM25 scoring.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Deployment &amp; 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React SPA on Netlify CDN · Express API on Render with persistent disk · /api/* requests proxied transparently.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5120640" cy="219456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8013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🌐  Frontend — Netlify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1488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1488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chatbotmhealth.netlify.app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50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505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npm run build → /build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7523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7523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SPA fallback → 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0540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API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054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/api/* → Render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3558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355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React 18 + React Router v7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14216"/>
            <a:ext cx="5120640" cy="233172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1239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⚙️  Backend —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471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714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chatbot-bw9p.onrender.com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8188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8188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Node 20.x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5166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166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node server.js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5513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Disk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5138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1 GB persistent (SQLite)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5861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8613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</a:rPr>
              <a:t>JWT HS256 + bcrypt passwords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1691640"/>
            <a:ext cx="6263640" cy="4892040"/>
          </a:xfrm>
          <a:prstGeom prst="rect">
            <a:avLst/>
          </a:prstGeom>
          <a:solidFill>
            <a:srgbClr val="1E222E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1828800"/>
            <a:ext cx="6080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Key API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88152" y="2194560"/>
            <a:ext cx="502920" cy="256032"/>
          </a:xfrm>
          <a:prstGeom prst="rect">
            <a:avLst/>
          </a:prstGeom>
          <a:solidFill>
            <a:srgbClr val="1A2A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21945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194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/api/auth/signup  ·  /api/auth/login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88152" y="2615184"/>
            <a:ext cx="502920" cy="256032"/>
          </a:xfrm>
          <a:prstGeom prst="rect">
            <a:avLst/>
          </a:prstGeom>
          <a:solidFill>
            <a:srgbClr val="1A2A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6151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/api/chat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88152" y="3035808"/>
            <a:ext cx="502920" cy="256032"/>
          </a:xfrm>
          <a:prstGeom prst="rect">
            <a:avLst/>
          </a:prstGeom>
          <a:solidFill>
            <a:srgbClr val="1A2A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88152" y="30358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30358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/api/tts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88152" y="3456432"/>
            <a:ext cx="502920" cy="256032"/>
          </a:xfrm>
          <a:prstGeom prst="rect">
            <a:avLst/>
          </a:prstGeom>
          <a:solidFill>
            <a:srgbClr val="1A2A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152" y="345643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456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/api/title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88152" y="3877056"/>
            <a:ext cx="502920" cy="256032"/>
          </a:xfrm>
          <a:prstGeom prst="rect">
            <a:avLst/>
          </a:prstGeom>
          <a:solidFill>
            <a:srgbClr val="1A22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88152" y="38770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8770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/api/conversations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88152" y="4297680"/>
            <a:ext cx="502920" cy="256032"/>
          </a:xfrm>
          <a:prstGeom prst="rect">
            <a:avLst/>
          </a:prstGeom>
          <a:solidFill>
            <a:srgbClr val="1A2A2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88152" y="42976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297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/api/kb/upload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88152" y="4718304"/>
            <a:ext cx="502920" cy="256032"/>
          </a:xfrm>
          <a:prstGeom prst="rect">
            <a:avLst/>
          </a:prstGeom>
          <a:solidFill>
            <a:srgbClr val="2A1A1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88152" y="471830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</a:rPr>
              <a:t>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7183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/api/kb/:id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88152" y="5138928"/>
            <a:ext cx="502920" cy="256032"/>
          </a:xfrm>
          <a:prstGeom prst="rect">
            <a:avLst/>
          </a:prstGeom>
          <a:solidFill>
            <a:srgbClr val="1A22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88152" y="51389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51389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/api/admin/stats  ·  /api/admin/users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88152" y="5559552"/>
            <a:ext cx="502920" cy="256032"/>
          </a:xfrm>
          <a:prstGeom prst="rect">
            <a:avLst/>
          </a:prstGeom>
          <a:solidFill>
            <a:srgbClr val="1A22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88152" y="55595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5595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/api/user/profile  ·  /api/user/memories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88152" y="5980176"/>
            <a:ext cx="502920" cy="256032"/>
          </a:xfrm>
          <a:prstGeom prst="rect">
            <a:avLst/>
          </a:prstGeom>
          <a:solidFill>
            <a:srgbClr val="1A2235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88152" y="598017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980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/api/fitness/callback  (OAuth2)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